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7827-2EDC-46AB-9165-553F03013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FAEBD-B820-4993-B982-E946917BF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79324-1A9D-4ABE-BACB-3872800E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13574-FBF3-4472-B380-DBD9A183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1FEB-AC30-4D86-B018-E356AE7B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302F-2587-40F3-B212-4AE5F3B1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069B6-70F0-401D-AD47-54340935E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6ABA-56EE-486C-87C4-3505D9D1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B16D-4732-4C03-A8D7-E5712FAC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6944C-BB2C-4308-9B19-EC896B2C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2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705F-DC97-48CD-9053-25A3C7E8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C87E2-C6A6-4526-A5FE-2FF13EDD0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4FD71-65EE-4CBD-B4CC-DA7CB892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7DDFE-C3C4-43DB-AE3B-66D0A6F1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A84D-2F08-4E82-9CEC-8C424A9B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8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FB78-F6E8-4185-9728-BF081C6B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7374B-20FE-424F-BAA4-7CA28CA94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AC104-AE16-406B-8C46-F942B89A9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4E5F-67D1-47BA-BDEF-9AF8E1D7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5842B-62C7-4A35-94B3-DDB740C5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4607-4FE9-455C-8601-4E97E894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4240-6C67-400A-B6EF-CC9A98C77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56E9B-5DB5-40BC-9240-F49E3025B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2A0DF-11BD-4D48-996D-E24B86C23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6662E-A24A-4914-B26A-429F9E1A9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00728-DAD0-4B2E-A43E-52A0AFBEB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C649F-915D-48DD-AEE8-08775A6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303F-AAB8-4E7D-B4F3-630F216A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F5DA6-6E96-416E-A8A9-BF79DECC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3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E55-8651-4CC0-BA6D-A04976EA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095EB-1CED-4A9A-88A4-4C02EA4E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03125-24E6-45D2-AF48-7C73DD47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A2A65-7352-4D33-9F94-4CF0BC06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4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00B28-F79F-4910-AF8B-B02E634B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260FB-09A9-4D9B-B3CC-E2B12E6C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E813-C64F-41BD-8111-E0347A08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6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046E-88AE-4184-8BC2-BB9941CD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0203D-92DC-4444-83AC-8D2772E98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F8279-1119-4D13-B5BD-8C09ED62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F3CD1-37AD-4830-8E33-3BC1CAF9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964CA-3E86-4875-8241-5A11C396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B1B05-3E09-4CCE-8CA5-2D6F10B4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0AA9-E96E-4C8D-95F9-610C5263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D71D6-184A-40FF-8815-BAFE6F939E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BF1EC-27ED-43FA-831C-04E537943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D0F7E-0BD2-4C4E-91FC-31D6DB6F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83241-192C-47FF-B61E-208588EF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ED8FF-6045-4C60-9629-698A83ED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8DE7-8010-4631-9633-B8C28296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182E2-B09A-4768-AE70-071655AC4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CEE76-8B3D-48D0-90C5-CAD98D8E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CEB1E-6D80-41F3-A49C-F67CC185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42F15-F0A3-4A38-BE62-61D6BFDA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18ECB-B60E-4DE1-B8A1-A7B1F2556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B7DB0-149D-424C-8CD2-4D57CBA51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88139-A2EB-498D-8AF9-4D82CD79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49C2-CACF-4AEC-8C51-3751DD65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7BE2-9D64-4A85-A69C-EA33F036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C7D80-C49A-4673-9D6D-FA275022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64BAE-6076-4759-9EA2-B8E1F9BD4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1D31-1A72-44C6-8012-3C4E008E7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F7A63-832D-4F64-952D-DEBC9C3D1BF7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9DE6E-B1F6-402D-B4EF-7981C4B62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6EEE0-CDE6-4275-9058-C62AEAB11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786F4-2684-4981-B95F-3E44A622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1922-29F8-40AE-B34B-3E864280D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747F9-C02C-4C44-968F-2C66407AF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89D3C-17A2-4C22-8F3A-4FDFF02CB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1078230"/>
            <a:ext cx="11856720" cy="47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2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4CF53-C615-49A4-A171-23435F54F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8" y="0"/>
            <a:ext cx="12112101" cy="46666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AD69B9-9C7B-49EF-9C22-F84F2766E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3" y="4535194"/>
            <a:ext cx="12014446" cy="210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32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7604-D1D1-4AE6-8AB6-40858505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277639-A92C-418C-BEC7-8ED5B4C94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8" y="26584"/>
            <a:ext cx="12090482" cy="6747078"/>
          </a:xfrm>
        </p:spPr>
      </p:pic>
    </p:spTree>
    <p:extLst>
      <p:ext uri="{BB962C8B-B14F-4D97-AF65-F5344CB8AC3E}">
        <p14:creationId xmlns:p14="http://schemas.microsoft.com/office/powerpoint/2010/main" val="179627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9520-0A35-48DD-A3A8-746BFBF3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FD9B78-F8E4-468E-A1AD-56E21E4E6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5" y="279911"/>
            <a:ext cx="11176985" cy="6212964"/>
          </a:xfrm>
        </p:spPr>
      </p:pic>
    </p:spTree>
    <p:extLst>
      <p:ext uri="{BB962C8B-B14F-4D97-AF65-F5344CB8AC3E}">
        <p14:creationId xmlns:p14="http://schemas.microsoft.com/office/powerpoint/2010/main" val="414715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F9CB-7489-4872-BDE5-66D78A47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002A8-C5A7-4A29-A8EC-B995AFB65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42" y="3178207"/>
            <a:ext cx="11572042" cy="3178206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971CF40-96D1-4075-A21D-F5F315909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6" y="1"/>
            <a:ext cx="11697070" cy="31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0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F8867A-2B0A-4FE4-BBD7-487C0A59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70" y="88777"/>
            <a:ext cx="11812849" cy="6769223"/>
          </a:xfrm>
        </p:spPr>
        <p:txBody>
          <a:bodyPr>
            <a:normAutofit/>
          </a:bodyPr>
          <a:lstStyle/>
          <a:p>
            <a:r>
              <a:rPr lang="en-US" dirty="0"/>
              <a:t>Which tracks u chose? Best choice for tracks? Thinking of T2 and T3 which is better?</a:t>
            </a:r>
          </a:p>
          <a:p>
            <a:r>
              <a:rPr lang="en-US" dirty="0"/>
              <a:t>How are the assessment rounds? Their difficulty level? </a:t>
            </a:r>
          </a:p>
          <a:p>
            <a:r>
              <a:rPr lang="en-US" dirty="0"/>
              <a:t>Will tech track have both </a:t>
            </a:r>
            <a:r>
              <a:rPr lang="en-US" dirty="0" err="1"/>
              <a:t>mcq</a:t>
            </a:r>
            <a:r>
              <a:rPr lang="en-US" dirty="0"/>
              <a:t> and coding rounds? Better way to learn tech tracks</a:t>
            </a:r>
          </a:p>
          <a:p>
            <a:r>
              <a:rPr lang="en-US" dirty="0"/>
              <a:t>Do we have to complete any internal assessment before the July or Nov assessment?</a:t>
            </a:r>
          </a:p>
          <a:p>
            <a:r>
              <a:rPr lang="en-US" dirty="0"/>
              <a:t> Is the content in iEvolve enough to learn everything or do we need to have any further learning for better understanding? If required, what might be best sources ?! ( YouTube, </a:t>
            </a:r>
            <a:r>
              <a:rPr lang="en-US" dirty="0" err="1"/>
              <a:t>Linkedin</a:t>
            </a:r>
            <a:r>
              <a:rPr lang="en-US" dirty="0"/>
              <a:t> Learning, O’Reilly ,Udemy )</a:t>
            </a:r>
          </a:p>
          <a:p>
            <a:r>
              <a:rPr lang="en-US" dirty="0"/>
              <a:t>How is the panel interview? What type of questions asked? Either related to track or any other technology related? Any HR round? </a:t>
            </a:r>
          </a:p>
        </p:txBody>
      </p:sp>
    </p:spTree>
    <p:extLst>
      <p:ext uri="{BB962C8B-B14F-4D97-AF65-F5344CB8AC3E}">
        <p14:creationId xmlns:p14="http://schemas.microsoft.com/office/powerpoint/2010/main" val="25232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DDF7-1F7B-4508-85C3-6F588960C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233"/>
            <a:ext cx="12038120" cy="6341831"/>
          </a:xfrm>
        </p:spPr>
        <p:txBody>
          <a:bodyPr/>
          <a:lstStyle/>
          <a:p>
            <a:r>
              <a:rPr lang="en-US" dirty="0"/>
              <a:t>Will our present project have any effect on interview round and questions based on them? </a:t>
            </a:r>
          </a:p>
          <a:p>
            <a:r>
              <a:rPr lang="en-US" dirty="0"/>
              <a:t>Ur views on roles in TCS!! ( Developer, Support, Testing etc., )</a:t>
            </a:r>
          </a:p>
          <a:p>
            <a:r>
              <a:rPr lang="en-US" dirty="0"/>
              <a:t>How to get roles in future? Best choice for tracks? Thinking of T2 and T3 which is better?</a:t>
            </a:r>
          </a:p>
          <a:p>
            <a:r>
              <a:rPr lang="en-US" dirty="0"/>
              <a:t>How to increase T factor?</a:t>
            </a:r>
          </a:p>
          <a:p>
            <a:r>
              <a:rPr lang="en-US" dirty="0"/>
              <a:t> What is depth and width?</a:t>
            </a:r>
          </a:p>
          <a:p>
            <a:r>
              <a:rPr lang="en-US" dirty="0"/>
              <a:t> Milestone event? Will all our done courses be tested again for  .99 milestones?</a:t>
            </a:r>
          </a:p>
          <a:p>
            <a:r>
              <a:rPr lang="en-US" dirty="0"/>
              <a:t>How to get Udemy for freshers? Will some tracks need them? Did u face any learning linked to Udemy?</a:t>
            </a:r>
          </a:p>
          <a:p>
            <a:r>
              <a:rPr lang="en-US" dirty="0"/>
              <a:t>Which technologies or certifications are useful in future ? ( AWS, Azure, Data science )</a:t>
            </a:r>
          </a:p>
        </p:txBody>
      </p:sp>
    </p:spTree>
    <p:extLst>
      <p:ext uri="{BB962C8B-B14F-4D97-AF65-F5344CB8AC3E}">
        <p14:creationId xmlns:p14="http://schemas.microsoft.com/office/powerpoint/2010/main" val="1215555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250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GOPI SIVA KOTESH AKURATHI</dc:creator>
  <cp:lastModifiedBy>GOPI SIVA KOTESH AKURATHI</cp:lastModifiedBy>
  <cp:revision>3</cp:revision>
  <dcterms:created xsi:type="dcterms:W3CDTF">2021-09-13T04:17:12Z</dcterms:created>
  <dcterms:modified xsi:type="dcterms:W3CDTF">2021-09-13T04:38:14Z</dcterms:modified>
</cp:coreProperties>
</file>